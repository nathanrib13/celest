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do manual da marca Celest.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5.png"/><Relationship Id="rId8" Type="http://schemas.openxmlformats.org/officeDocument/2006/relationships/image" Target="../media/image-4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75585" y="1062656"/>
            <a:ext cx="40885" cy="40885"/>
          </a:xfrm>
          <a:prstGeom prst="ellipse">
            <a:avLst/>
          </a:prstGeom>
          <a:solidFill>
            <a:srgbClr val="F4F2EC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153716" y="839860"/>
            <a:ext cx="39590" cy="39590"/>
          </a:xfrm>
          <a:prstGeom prst="ellipse">
            <a:avLst/>
          </a:prstGeom>
          <a:solidFill>
            <a:srgbClr val="F4F2EC">
              <a:alpha val="5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61477" y="2082363"/>
            <a:ext cx="43601" cy="43601"/>
          </a:xfrm>
          <a:prstGeom prst="ellipse">
            <a:avLst/>
          </a:prstGeom>
          <a:solidFill>
            <a:srgbClr val="F4F2EC">
              <a:alpha val="6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41090" y="3374536"/>
            <a:ext cx="45467" cy="45467"/>
          </a:xfrm>
          <a:prstGeom prst="ellipse">
            <a:avLst/>
          </a:prstGeom>
          <a:solidFill>
            <a:srgbClr val="F4F2EC">
              <a:alpha val="8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171443" y="3747794"/>
            <a:ext cx="45865" cy="45865"/>
          </a:xfrm>
          <a:prstGeom prst="ellipse">
            <a:avLst/>
          </a:prstGeom>
          <a:solidFill>
            <a:srgbClr val="F4F2EC">
              <a:alpha val="7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8093" y="6033389"/>
            <a:ext cx="32266" cy="32266"/>
          </a:xfrm>
          <a:prstGeom prst="ellipse">
            <a:avLst/>
          </a:prstGeom>
          <a:solidFill>
            <a:srgbClr val="F4F2EC">
              <a:alpha val="5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43261" y="6133456"/>
            <a:ext cx="30745" cy="30745"/>
          </a:xfrm>
          <a:prstGeom prst="ellipse">
            <a:avLst/>
          </a:prstGeom>
          <a:solidFill>
            <a:srgbClr val="F4F2EC">
              <a:alpha val="9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55837" y="4420527"/>
            <a:ext cx="38933" cy="38933"/>
          </a:xfrm>
          <a:prstGeom prst="ellipse">
            <a:avLst/>
          </a:prstGeom>
          <a:solidFill>
            <a:srgbClr val="F4F2EC">
              <a:alpha val="8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1375" y="3055295"/>
            <a:ext cx="32106" cy="32106"/>
          </a:xfrm>
          <a:prstGeom prst="ellipse">
            <a:avLst/>
          </a:prstGeom>
          <a:solidFill>
            <a:srgbClr val="F4F2EC">
              <a:alpha val="8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142099" y="1292695"/>
            <a:ext cx="42439" cy="42439"/>
          </a:xfrm>
          <a:prstGeom prst="ellipse">
            <a:avLst/>
          </a:prstGeom>
          <a:solidFill>
            <a:srgbClr val="F4F2EC">
              <a:alpha val="6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66897" y="846380"/>
            <a:ext cx="37080" cy="37080"/>
          </a:xfrm>
          <a:prstGeom prst="ellipse">
            <a:avLst/>
          </a:prstGeom>
          <a:solidFill>
            <a:srgbClr val="F4F2EC">
              <a:alpha val="5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71324" y="3206482"/>
            <a:ext cx="33979" cy="33979"/>
          </a:xfrm>
          <a:prstGeom prst="ellipse">
            <a:avLst/>
          </a:prstGeom>
          <a:solidFill>
            <a:srgbClr val="F4F2EC">
              <a:alpha val="89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957604" y="4945695"/>
            <a:ext cx="43973" cy="43973"/>
          </a:xfrm>
          <a:prstGeom prst="ellipse">
            <a:avLst/>
          </a:prstGeom>
          <a:solidFill>
            <a:srgbClr val="F4F2EC">
              <a:alpha val="6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24624" y="3083753"/>
            <a:ext cx="31163" cy="31163"/>
          </a:xfrm>
          <a:prstGeom prst="ellipse">
            <a:avLst/>
          </a:prstGeom>
          <a:solidFill>
            <a:srgbClr val="F4F2EC">
              <a:alpha val="9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77940" y="4475268"/>
            <a:ext cx="28739" cy="28739"/>
          </a:xfrm>
          <a:prstGeom prst="ellipse">
            <a:avLst/>
          </a:prstGeom>
          <a:solidFill>
            <a:srgbClr val="F4F2EC">
              <a:alpha val="6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79775" y="3010695"/>
            <a:ext cx="53634" cy="53634"/>
          </a:xfrm>
          <a:prstGeom prst="ellipse">
            <a:avLst/>
          </a:prstGeom>
          <a:solidFill>
            <a:srgbClr val="F4F2EC">
              <a:alpha val="7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949017" y="3085926"/>
            <a:ext cx="39470" cy="39470"/>
          </a:xfrm>
          <a:prstGeom prst="ellipse">
            <a:avLst/>
          </a:prstGeom>
          <a:solidFill>
            <a:srgbClr val="F4F2EC">
              <a:alpha val="79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071223" y="4849975"/>
            <a:ext cx="34676" cy="34676"/>
          </a:xfrm>
          <a:prstGeom prst="ellipse">
            <a:avLst/>
          </a:prstGeom>
          <a:solidFill>
            <a:srgbClr val="F4F2EC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28613" y="5546095"/>
            <a:ext cx="34848" cy="34848"/>
          </a:xfrm>
          <a:prstGeom prst="ellipse">
            <a:avLst/>
          </a:prstGeom>
          <a:solidFill>
            <a:srgbClr val="F4F2EC">
              <a:alpha val="5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200078" y="4876259"/>
            <a:ext cx="52857" cy="52857"/>
          </a:xfrm>
          <a:prstGeom prst="ellipse">
            <a:avLst/>
          </a:prstGeom>
          <a:solidFill>
            <a:srgbClr val="F4F2EC">
              <a:alpha val="6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1172" y="2318921"/>
            <a:ext cx="42644" cy="42644"/>
          </a:xfrm>
          <a:prstGeom prst="ellipse">
            <a:avLst/>
          </a:prstGeom>
          <a:solidFill>
            <a:srgbClr val="F4F2EC">
              <a:alpha val="8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64118" y="4505174"/>
            <a:ext cx="33334" cy="33334"/>
          </a:xfrm>
          <a:prstGeom prst="ellipse">
            <a:avLst/>
          </a:prstGeom>
          <a:solidFill>
            <a:srgbClr val="F4F2EC">
              <a:alpha val="6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297804" y="408032"/>
            <a:ext cx="34749" cy="34749"/>
          </a:xfrm>
          <a:prstGeom prst="ellipse">
            <a:avLst/>
          </a:prstGeom>
          <a:solidFill>
            <a:srgbClr val="F4F2EC">
              <a:alpha val="8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407787" y="905468"/>
            <a:ext cx="43501" cy="43501"/>
          </a:xfrm>
          <a:prstGeom prst="ellipse">
            <a:avLst/>
          </a:prstGeom>
          <a:solidFill>
            <a:srgbClr val="F4F2EC">
              <a:alpha val="51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336289" y="3911294"/>
            <a:ext cx="39948" cy="39948"/>
          </a:xfrm>
          <a:prstGeom prst="ellipse">
            <a:avLst/>
          </a:prstGeom>
          <a:solidFill>
            <a:srgbClr val="F4F2EC">
              <a:alpha val="7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432198" y="5774685"/>
            <a:ext cx="30864" cy="30864"/>
          </a:xfrm>
          <a:prstGeom prst="ellipse">
            <a:avLst/>
          </a:prstGeom>
          <a:solidFill>
            <a:srgbClr val="F4F2EC">
              <a:alpha val="87000"/>
            </a:srgbClr>
          </a:solidFill>
          <a:ln/>
        </p:spPr>
      </p:sp>
      <p:pic>
        <p:nvPicPr>
          <p:cNvPr id="28" name="Image 0" descr="/home/claude/celest/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2916" y="1234440"/>
            <a:ext cx="2103120" cy="18379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0" y="32461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1400" kern="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</a:t>
            </a:r>
            <a:endParaRPr lang="en-US" sz="5400" dirty="0"/>
          </a:p>
        </p:txBody>
      </p:sp>
      <p:sp>
        <p:nvSpPr>
          <p:cNvPr id="30" name="Text 27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DA MARCA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1.0 — Julho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ESSÊNCIA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marca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 é uma indústria de software: sites, automações e aplicativos produzidos com processo, escala e qualidade de engenharia para pequenos negócios.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 evoca o celestial — o que está acima do horizonte. A promessa da marca é elevar cada negócio a um novo patamar por meio da tecnologia.
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de grande empresa para negócios de qualquer tamanho: sofisticação sem distância, tecnologia sem jargão.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737360"/>
            <a:ext cx="4663440" cy="4114800"/>
          </a:xfrm>
          <a:prstGeom prst="roundRect">
            <a:avLst>
              <a:gd name="adj" fmla="val 2667"/>
            </a:avLst>
          </a:prstGeom>
          <a:solidFill>
            <a:srgbClr val="0D1220"/>
          </a:solidFill>
          <a:ln/>
        </p:spPr>
      </p:sp>
      <p:sp>
        <p:nvSpPr>
          <p:cNvPr id="6" name="Shape 4"/>
          <p:cNvSpPr/>
          <p:nvPr/>
        </p:nvSpPr>
        <p:spPr>
          <a:xfrm>
            <a:off x="8173424" y="2613942"/>
            <a:ext cx="28765" cy="28765"/>
          </a:xfrm>
          <a:prstGeom prst="ellipse">
            <a:avLst/>
          </a:prstGeom>
          <a:solidFill>
            <a:srgbClr val="F4F2EC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26625" y="3252094"/>
            <a:ext cx="46379" cy="46379"/>
          </a:xfrm>
          <a:prstGeom prst="ellipse">
            <a:avLst/>
          </a:prstGeom>
          <a:solidFill>
            <a:srgbClr val="F4F2EC">
              <a:alpha val="5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23465" y="3167756"/>
            <a:ext cx="50334" cy="50334"/>
          </a:xfrm>
          <a:prstGeom prst="ellipse">
            <a:avLst/>
          </a:prstGeom>
          <a:solidFill>
            <a:srgbClr val="F4F2EC">
              <a:alpha val="5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26912" y="2733463"/>
            <a:ext cx="46386" cy="46386"/>
          </a:xfrm>
          <a:prstGeom prst="ellipse">
            <a:avLst/>
          </a:prstGeom>
          <a:solidFill>
            <a:srgbClr val="F4F2EC">
              <a:alpha val="7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680281" y="4658548"/>
            <a:ext cx="51469" cy="51469"/>
          </a:xfrm>
          <a:prstGeom prst="ellipse">
            <a:avLst/>
          </a:prstGeom>
          <a:solidFill>
            <a:srgbClr val="F4F2EC">
              <a:alpha val="6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48357" y="2711544"/>
            <a:ext cx="54069" cy="54069"/>
          </a:xfrm>
          <a:prstGeom prst="ellipse">
            <a:avLst/>
          </a:prstGeom>
          <a:solidFill>
            <a:srgbClr val="F4F2EC">
              <a:alpha val="9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256106" y="2446584"/>
            <a:ext cx="47750" cy="47750"/>
          </a:xfrm>
          <a:prstGeom prst="ellipse">
            <a:avLst/>
          </a:prstGeom>
          <a:solidFill>
            <a:srgbClr val="F4F2E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2365" y="2610603"/>
            <a:ext cx="28111" cy="28111"/>
          </a:xfrm>
          <a:prstGeom prst="ellipse">
            <a:avLst/>
          </a:prstGeom>
          <a:solidFill>
            <a:srgbClr val="F4F2EC">
              <a:alpha val="5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26475" y="3068132"/>
            <a:ext cx="35452" cy="35452"/>
          </a:xfrm>
          <a:prstGeom prst="ellipse">
            <a:avLst/>
          </a:prstGeom>
          <a:solidFill>
            <a:srgbClr val="F4F2EC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923807" y="3582106"/>
            <a:ext cx="51147" cy="51147"/>
          </a:xfrm>
          <a:prstGeom prst="ellipse">
            <a:avLst/>
          </a:prstGeom>
          <a:solidFill>
            <a:srgbClr val="F4F2EC">
              <a:alpha val="5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840314" y="4423457"/>
            <a:ext cx="49457" cy="49457"/>
          </a:xfrm>
          <a:prstGeom prst="ellipse">
            <a:avLst/>
          </a:prstGeom>
          <a:solidFill>
            <a:srgbClr val="F4F2EC">
              <a:alpha val="7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722941" y="3323120"/>
            <a:ext cx="40203" cy="40203"/>
          </a:xfrm>
          <a:prstGeom prst="ellipse">
            <a:avLst/>
          </a:prstGeom>
          <a:solidFill>
            <a:srgbClr val="F4F2EC">
              <a:alpha val="62000"/>
            </a:srgbClr>
          </a:solidFill>
          <a:ln/>
        </p:spPr>
      </p:sp>
      <p:pic>
        <p:nvPicPr>
          <p:cNvPr id="18" name="Image 0" descr="/home/claude/celest/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331720"/>
            <a:ext cx="1645920" cy="144475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040880" y="4206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estrela é o destino.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horizonte é o ponto de partida.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da marca Celest —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IDENTIDADE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Logotipo e variações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0D1220"/>
          </a:solidFill>
          <a:ln/>
        </p:spPr>
      </p:sp>
      <p:sp>
        <p:nvSpPr>
          <p:cNvPr id="5" name="Shape 3"/>
          <p:cNvSpPr/>
          <p:nvPr/>
        </p:nvSpPr>
        <p:spPr>
          <a:xfrm>
            <a:off x="2303758" y="3765635"/>
            <a:ext cx="41890" cy="41890"/>
          </a:xfrm>
          <a:prstGeom prst="ellipse">
            <a:avLst/>
          </a:prstGeom>
          <a:solidFill>
            <a:srgbClr val="F4F2EC">
              <a:alpha val="5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85166" y="3842663"/>
            <a:ext cx="28685" cy="28685"/>
          </a:xfrm>
          <a:prstGeom prst="ellipse">
            <a:avLst/>
          </a:prstGeom>
          <a:solidFill>
            <a:srgbClr val="F4F2EC">
              <a:alpha val="8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64632" y="3016579"/>
            <a:ext cx="40429" cy="40429"/>
          </a:xfrm>
          <a:prstGeom prst="ellipse">
            <a:avLst/>
          </a:prstGeom>
          <a:solidFill>
            <a:srgbClr val="F4F2EC">
              <a:alpha val="9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611803" y="3536132"/>
            <a:ext cx="43255" cy="43255"/>
          </a:xfrm>
          <a:prstGeom prst="ellipse">
            <a:avLst/>
          </a:prstGeom>
          <a:solidFill>
            <a:srgbClr val="F4F2EC">
              <a:alpha val="9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968454" y="2204306"/>
            <a:ext cx="32759" cy="32759"/>
          </a:xfrm>
          <a:prstGeom prst="ellipse">
            <a:avLst/>
          </a:prstGeom>
          <a:solidFill>
            <a:srgbClr val="F4F2EC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836899" y="3301849"/>
            <a:ext cx="49244" cy="49244"/>
          </a:xfrm>
          <a:prstGeom prst="ellipse">
            <a:avLst/>
          </a:prstGeom>
          <a:solidFill>
            <a:srgbClr val="F4F2EC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704380" y="2249988"/>
            <a:ext cx="46651" cy="46651"/>
          </a:xfrm>
          <a:prstGeom prst="ellipse">
            <a:avLst/>
          </a:prstGeom>
          <a:solidFill>
            <a:srgbClr val="F4F2EC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83077" y="3654590"/>
            <a:ext cx="54105" cy="54105"/>
          </a:xfrm>
          <a:prstGeom prst="ellipse">
            <a:avLst/>
          </a:prstGeom>
          <a:solidFill>
            <a:srgbClr val="F4F2EC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81699" y="3505840"/>
            <a:ext cx="53995" cy="53995"/>
          </a:xfrm>
          <a:prstGeom prst="ellipse">
            <a:avLst/>
          </a:prstGeom>
          <a:solidFill>
            <a:srgbClr val="F4F2EC">
              <a:alpha val="6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963491" y="3564805"/>
            <a:ext cx="42936" cy="42936"/>
          </a:xfrm>
          <a:prstGeom prst="ellipse">
            <a:avLst/>
          </a:prstGeom>
          <a:solidFill>
            <a:srgbClr val="F4F2EC">
              <a:alpha val="6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3432" y="3072873"/>
            <a:ext cx="28715" cy="28715"/>
          </a:xfrm>
          <a:prstGeom prst="ellipse">
            <a:avLst/>
          </a:prstGeom>
          <a:solidFill>
            <a:srgbClr val="F4F2EC">
              <a:alpha val="6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822632" y="2897030"/>
            <a:ext cx="45539" cy="45539"/>
          </a:xfrm>
          <a:prstGeom prst="ellipse">
            <a:avLst/>
          </a:prstGeom>
          <a:solidFill>
            <a:srgbClr val="F4F2EC">
              <a:alpha val="75000"/>
            </a:srgbClr>
          </a:solidFill>
          <a:ln/>
        </p:spPr>
      </p:sp>
      <p:pic>
        <p:nvPicPr>
          <p:cNvPr id="17" name="Image 0" descr="/home/claude/celest/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2240280"/>
            <a:ext cx="1097280" cy="9601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" y="33832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900" kern="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40080" y="5166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principal — fundos escuros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0" y="182880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4F2EC"/>
          </a:solidFill>
          <a:ln w="9525">
            <a:solidFill>
              <a:srgbClr val="D3D1C7"/>
            </a:solidFill>
            <a:prstDash val="solid"/>
          </a:ln>
        </p:spPr>
      </p:sp>
      <p:pic>
        <p:nvPicPr>
          <p:cNvPr id="21" name="Image 1" descr="/home/claude/celest/symb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48840"/>
            <a:ext cx="868680" cy="75895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818120" y="18288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700" kern="0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640080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Lockup horizontal — fundos claros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00800" y="3794760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0D1220"/>
          </a:solidFill>
          <a:ln/>
        </p:spPr>
      </p:sp>
      <p:pic>
        <p:nvPicPr>
          <p:cNvPr id="25" name="Image 2" descr="/home/claude/celest/symb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4059936"/>
            <a:ext cx="731520" cy="64008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7818120" y="3794760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F4F2EC"/>
          </a:solidFill>
          <a:ln w="9525">
            <a:solidFill>
              <a:srgbClr val="D3D1C7"/>
            </a:solidFill>
            <a:prstDash val="solid"/>
          </a:ln>
        </p:spPr>
      </p:sp>
      <p:pic>
        <p:nvPicPr>
          <p:cNvPr id="27" name="Image 3" descr="/home/claude/celest/symbol_mono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059936"/>
            <a:ext cx="731520" cy="6400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81160" y="37947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 — avatar, favicon e app.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Monocromático permitido quando a paleta completa não estiver disponível.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da marca Celest —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BOAS PRÁTICAS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Usos corretos e incorretos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EAF3DE"/>
          </a:solidFill>
          <a:ln/>
        </p:spPr>
      </p:sp>
      <p:pic>
        <p:nvPicPr>
          <p:cNvPr id="5" name="Image 0" descr="/home/claude/celest/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956816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099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a área de proteção: o equivalente à altura da estrela ao redor do logotipo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EAF3DE"/>
          </a:solidFill>
          <a:ln/>
        </p:spPr>
      </p:sp>
      <p:pic>
        <p:nvPicPr>
          <p:cNvPr id="8" name="Image 1" descr="/home/claude/celest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300837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7614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sobre meia-noite, luz de névoa ou fotografias escuras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EAF3DE"/>
          </a:solidFill>
          <a:ln/>
        </p:spPr>
      </p:sp>
      <p:pic>
        <p:nvPicPr>
          <p:cNvPr id="11" name="Image 2" descr="/home/claude/celest/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05993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8130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 ícone sozinho quando o espaço for menor que 24 px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EAF3DE"/>
          </a:solidFill>
          <a:ln/>
        </p:spPr>
      </p:sp>
      <p:pic>
        <p:nvPicPr>
          <p:cNvPr id="14" name="Image 3" descr="/home/claude/celest/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511149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48646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as versões monocromáticas em impressos de uma cor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400800" y="1874520"/>
            <a:ext cx="384048" cy="384048"/>
          </a:xfrm>
          <a:prstGeom prst="ellipse">
            <a:avLst/>
          </a:prstGeom>
          <a:solidFill>
            <a:srgbClr val="FCEBEB"/>
          </a:solidFill>
          <a:ln/>
        </p:spPr>
      </p:sp>
      <p:pic>
        <p:nvPicPr>
          <p:cNvPr id="17" name="Image 4" descr="/home/claude/celest/ic_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1956816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49440" y="17099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Rotacionar, distorcer ou alterar as proporções do símbolo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400800" y="2926080"/>
            <a:ext cx="384048" cy="384048"/>
          </a:xfrm>
          <a:prstGeom prst="ellipse">
            <a:avLst/>
          </a:prstGeom>
          <a:solidFill>
            <a:srgbClr val="FCEBEB"/>
          </a:solidFill>
          <a:ln/>
        </p:spPr>
      </p:sp>
      <p:pic>
        <p:nvPicPr>
          <p:cNvPr id="20" name="Image 5" descr="/home/claude/celest/ic_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3008376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49440" y="27614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as cores oficiais ou aplicar gradientes no logotipo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6400800" y="3977640"/>
            <a:ext cx="384048" cy="384048"/>
          </a:xfrm>
          <a:prstGeom prst="ellipse">
            <a:avLst/>
          </a:prstGeom>
          <a:solidFill>
            <a:srgbClr val="FCEBEB"/>
          </a:solidFill>
          <a:ln/>
        </p:spPr>
      </p:sp>
      <p:pic>
        <p:nvPicPr>
          <p:cNvPr id="23" name="Image 6" descr="/home/claude/celest/ic_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4059936"/>
            <a:ext cx="219456" cy="21945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49440" y="38130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sobre fundos de baixo contraste ou imagens poluídas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6400800" y="5029200"/>
            <a:ext cx="384048" cy="384048"/>
          </a:xfrm>
          <a:prstGeom prst="ellipse">
            <a:avLst/>
          </a:prstGeom>
          <a:solidFill>
            <a:srgbClr val="FCEBEB"/>
          </a:solidFill>
          <a:ln/>
        </p:spPr>
      </p:sp>
      <p:pic>
        <p:nvPicPr>
          <p:cNvPr id="26" name="Image 7" descr="/home/claude/celest/ic_x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096" y="5111496"/>
            <a:ext cx="219456" cy="21945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49440" y="48646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Recriar o wordmark com outra fonte ou espaçamento</a:t>
            </a:r>
            <a:endParaRPr lang="en-US" sz="1300" dirty="0"/>
          </a:p>
        </p:txBody>
      </p:sp>
      <p:sp>
        <p:nvSpPr>
          <p:cNvPr id="28" name="Text 18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da marca Celest —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0D122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Meia-noite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#0D1220  ·  RGB 13, 18, 32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 dominante · fundos e base (60%)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56432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3639312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24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Ouro estelar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39312" y="3657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24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#E8A33D  ·  RGB 232, 163, 61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56432" y="4343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· botões e destaques (10%)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84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5B7FBF"/>
          </a:solidFill>
          <a:ln/>
        </p:spPr>
      </p:sp>
      <p:sp>
        <p:nvSpPr>
          <p:cNvPr id="13" name="Text 11"/>
          <p:cNvSpPr/>
          <p:nvPr/>
        </p:nvSpPr>
        <p:spPr>
          <a:xfrm>
            <a:off x="6455664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celeste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55664" y="3657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#5B7FBF  ·  RGB 91, 127, 191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72784" y="4343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· links e detalhes (10%)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89136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4F2EC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72016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 de névoa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3657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#F4F2EC  ·  RGB 244, 242, 236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89136" y="4343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Superfícies claras e texto sobre escuro (20%)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60 · 20 · 10 · 10 — </a:t>
            </a:r>
            <a:pPr indent="0" marL="0">
              <a:buNone/>
            </a:pPr>
            <a:r>
              <a:rPr lang="en-US" sz="13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meia-noite domina, a luz de névoa respira, e o ouro aparece pouco: é a raridade que faz o dourado valer.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da marca Celest —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TIPOGRAFIA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Vozes tipográficas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0D122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005840" y="3429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9319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4B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Títulos e destaques. Geométrica e tecnológica, sempre em peso SemiBold ou Bold. No wordmark, caixa alta com espaçamento largo.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5257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Alternativa: Space Grotesk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120640" cy="4069080"/>
          </a:xfrm>
          <a:prstGeom prst="roundRect">
            <a:avLst>
              <a:gd name="adj" fmla="val 2697"/>
            </a:avLst>
          </a:prstGeom>
          <a:solidFill>
            <a:srgbClr val="F4F2EC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1031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6766560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766560" y="39319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 corridos, interfaces e materiais comerciais. Regular para leitura, Medium para ênfase. Nunca abaixo de 14 px em telas.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 gratuitas no Google Fonts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da marca Celest —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VERBAL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da marca e naming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de voz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Confiante, direto e acolhedor. Vocabulário celestial aplicado ao dia a dia do cliente — sem jargão técnico, sem promessas vazias.
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
</a:t>
            </a:r>
            <a:pPr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“Eleve seu negócio.”
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de jornada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“Seu projeto entrou em ascensão”, “lançamento marcado”, “brilhando em produção”.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182880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7F5F0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2176272"/>
            <a:ext cx="548640" cy="548640"/>
          </a:xfrm>
          <a:prstGeom prst="ellipse">
            <a:avLst/>
          </a:prstGeom>
          <a:solidFill>
            <a:srgbClr val="0D1220"/>
          </a:solidFill>
          <a:ln/>
        </p:spPr>
      </p:sp>
      <p:pic>
        <p:nvPicPr>
          <p:cNvPr id="7" name="Image 0" descr="/home/claude/celest/ic_sunr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384" y="23225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6600" y="1975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Alvorada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86600" y="234086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— a presença digital que inaugura a jornada.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32461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7F5F0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3593592"/>
            <a:ext cx="548640" cy="548640"/>
          </a:xfrm>
          <a:prstGeom prst="ellipse">
            <a:avLst/>
          </a:prstGeom>
          <a:solidFill>
            <a:srgbClr val="0D1220"/>
          </a:solidFill>
          <a:ln/>
        </p:spPr>
      </p:sp>
      <p:pic>
        <p:nvPicPr>
          <p:cNvPr id="12" name="Image 1" descr="/home/claude/celest/ic_s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37398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33924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Zênite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086600" y="37581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+ automações — o negócio operando no ponto mais alto.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46634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7F5F0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55080" y="5010912"/>
            <a:ext cx="548640" cy="548640"/>
          </a:xfrm>
          <a:prstGeom prst="ellipse">
            <a:avLst/>
          </a:prstGeom>
          <a:solidFill>
            <a:srgbClr val="0D1220"/>
          </a:solidFill>
          <a:ln/>
        </p:spPr>
      </p:sp>
      <p:pic>
        <p:nvPicPr>
          <p:cNvPr id="17" name="Image 2" descr="/home/claude/celest/ic_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515721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86600" y="48097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Constelação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086600" y="517550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Ecossistema completo — site, automações e aplicativo integrados.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da marca Celest —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APLICAÇÕES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marca no mundo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E6EBF5"/>
          </a:solidFill>
          <a:ln/>
        </p:spPr>
      </p:sp>
      <p:pic>
        <p:nvPicPr>
          <p:cNvPr id="6" name="Image 0" descr="/home/claude/celest/ic_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7685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305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56032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 meia-noite no herói, CTAs em ouro estelar, links em azul celeste. Símbolo como favicon.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8745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2148840"/>
            <a:ext cx="502920" cy="502920"/>
          </a:xfrm>
          <a:prstGeom prst="ellipse">
            <a:avLst/>
          </a:prstGeom>
          <a:solidFill>
            <a:srgbClr val="E6EBF5"/>
          </a:solidFill>
          <a:ln/>
        </p:spPr>
      </p:sp>
      <p:pic>
        <p:nvPicPr>
          <p:cNvPr id="11" name="Image 1" descr="/home/claude/celest/ic_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27685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305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sociais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56032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 como avatar. Posts alternam fundo escuro (institucional) e claro (conteúdo educativo).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E6EBF5"/>
          </a:solidFill>
          <a:ln/>
        </p:spPr>
      </p:sp>
      <p:pic>
        <p:nvPicPr>
          <p:cNvPr id="16" name="Image 2" descr="/home/claude/celest/ic_do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37997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33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46634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escura com lockup principal; miolo claro com o horizontal. Pacotes nomeados pela escala celestial.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0" y="3977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5120" y="4251960"/>
            <a:ext cx="502920" cy="502920"/>
          </a:xfrm>
          <a:prstGeom prst="ellipse">
            <a:avLst/>
          </a:prstGeom>
          <a:solidFill>
            <a:srgbClr val="E6EBF5"/>
          </a:solidFill>
          <a:ln/>
        </p:spPr>
      </p:sp>
      <p:pic>
        <p:nvPicPr>
          <p:cNvPr id="21" name="Image 3" descr="/home/claude/celest/ic_m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437997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33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de e-mail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6634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Lockup horizontal em até 160 px de largura, sobre fundo branco, com o mote abaixo do nome.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da marca Celest —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9048" y="2181498"/>
            <a:ext cx="38520" cy="38520"/>
          </a:xfrm>
          <a:prstGeom prst="ellipse">
            <a:avLst/>
          </a:prstGeom>
          <a:solidFill>
            <a:srgbClr val="F4F2EC">
              <a:alpha val="7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79402" y="3225316"/>
            <a:ext cx="51110" cy="51110"/>
          </a:xfrm>
          <a:prstGeom prst="ellipse">
            <a:avLst/>
          </a:prstGeom>
          <a:solidFill>
            <a:srgbClr val="F4F2EC">
              <a:alpha val="8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16051" y="2158111"/>
            <a:ext cx="31415" cy="31415"/>
          </a:xfrm>
          <a:prstGeom prst="ellipse">
            <a:avLst/>
          </a:prstGeom>
          <a:solidFill>
            <a:srgbClr val="F4F2EC">
              <a:alpha val="7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71219" y="917058"/>
            <a:ext cx="32942" cy="32942"/>
          </a:xfrm>
          <a:prstGeom prst="ellipse">
            <a:avLst/>
          </a:prstGeom>
          <a:solidFill>
            <a:srgbClr val="F4F2EC">
              <a:alpha val="5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43795" y="5909729"/>
            <a:ext cx="53322" cy="53322"/>
          </a:xfrm>
          <a:prstGeom prst="ellipse">
            <a:avLst/>
          </a:prstGeom>
          <a:solidFill>
            <a:srgbClr val="F4F2EC">
              <a:alpha val="81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89334" y="1191697"/>
            <a:ext cx="40399" cy="40399"/>
          </a:xfrm>
          <a:prstGeom prst="ellipse">
            <a:avLst/>
          </a:prstGeom>
          <a:solidFill>
            <a:srgbClr val="F4F2EC">
              <a:alpha val="9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80057" y="4123017"/>
            <a:ext cx="53780" cy="53780"/>
          </a:xfrm>
          <a:prstGeom prst="ellipse">
            <a:avLst/>
          </a:prstGeom>
          <a:solidFill>
            <a:srgbClr val="F4F2EC">
              <a:alpha val="6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4855" y="4347262"/>
            <a:ext cx="33181" cy="33181"/>
          </a:xfrm>
          <a:prstGeom prst="ellipse">
            <a:avLst/>
          </a:prstGeom>
          <a:solidFill>
            <a:srgbClr val="F4F2EC">
              <a:alpha val="8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09283" y="3354564"/>
            <a:ext cx="51416" cy="51416"/>
          </a:xfrm>
          <a:prstGeom prst="ellipse">
            <a:avLst/>
          </a:prstGeom>
          <a:solidFill>
            <a:srgbClr val="F4F2EC">
              <a:alpha val="7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5562" y="3752657"/>
            <a:ext cx="37026" cy="37026"/>
          </a:xfrm>
          <a:prstGeom prst="ellipse">
            <a:avLst/>
          </a:prstGeom>
          <a:solidFill>
            <a:srgbClr val="F4F2EC">
              <a:alpha val="51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32582" y="2561275"/>
            <a:ext cx="36408" cy="36408"/>
          </a:xfrm>
          <a:prstGeom prst="ellipse">
            <a:avLst/>
          </a:prstGeom>
          <a:solidFill>
            <a:srgbClr val="F4F2EC">
              <a:alpha val="57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755899" y="599990"/>
            <a:ext cx="27888" cy="27888"/>
          </a:xfrm>
          <a:prstGeom prst="ellipse">
            <a:avLst/>
          </a:prstGeom>
          <a:solidFill>
            <a:srgbClr val="F4F2EC">
              <a:alpha val="91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407733" y="3829337"/>
            <a:ext cx="28400" cy="28400"/>
          </a:xfrm>
          <a:prstGeom prst="ellipse">
            <a:avLst/>
          </a:prstGeom>
          <a:solidFill>
            <a:srgbClr val="F4F2EC">
              <a:alpha val="93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736976" y="4575128"/>
            <a:ext cx="53859" cy="53859"/>
          </a:xfrm>
          <a:prstGeom prst="ellipse">
            <a:avLst/>
          </a:prstGeom>
          <a:solidFill>
            <a:srgbClr val="F4F2EC">
              <a:alpha val="73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9181" y="2986377"/>
            <a:ext cx="42969" cy="42969"/>
          </a:xfrm>
          <a:prstGeom prst="ellipse">
            <a:avLst/>
          </a:prstGeom>
          <a:solidFill>
            <a:srgbClr val="F4F2EC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571" y="2341377"/>
            <a:ext cx="46189" cy="46189"/>
          </a:xfrm>
          <a:prstGeom prst="ellipse">
            <a:avLst/>
          </a:prstGeom>
          <a:solidFill>
            <a:srgbClr val="F4F2EC">
              <a:alpha val="5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798036" y="2342101"/>
            <a:ext cx="48959" cy="48959"/>
          </a:xfrm>
          <a:prstGeom prst="ellipse">
            <a:avLst/>
          </a:prstGeom>
          <a:solidFill>
            <a:srgbClr val="F4F2EC">
              <a:alpha val="9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09130" y="2467003"/>
            <a:ext cx="32649" cy="32649"/>
          </a:xfrm>
          <a:prstGeom prst="ellipse">
            <a:avLst/>
          </a:prstGeom>
          <a:solidFill>
            <a:srgbClr val="F4F2EC">
              <a:alpha val="7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82076" y="3312136"/>
            <a:ext cx="53819" cy="53819"/>
          </a:xfrm>
          <a:prstGeom prst="ellipse">
            <a:avLst/>
          </a:prstGeom>
          <a:solidFill>
            <a:srgbClr val="F4F2EC">
              <a:alpha val="9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275763" y="5920594"/>
            <a:ext cx="39994" cy="39994"/>
          </a:xfrm>
          <a:prstGeom prst="ellipse">
            <a:avLst/>
          </a:prstGeom>
          <a:solidFill>
            <a:srgbClr val="F4F2EC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085746" y="3065230"/>
            <a:ext cx="42650" cy="42650"/>
          </a:xfrm>
          <a:prstGeom prst="ellipse">
            <a:avLst/>
          </a:prstGeom>
          <a:solidFill>
            <a:srgbClr val="F4F2EC">
              <a:alpha val="7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664247" y="4729936"/>
            <a:ext cx="42145" cy="42145"/>
          </a:xfrm>
          <a:prstGeom prst="ellipse">
            <a:avLst/>
          </a:prstGeom>
          <a:solidFill>
            <a:srgbClr val="F4F2EC">
              <a:alpha val="94000"/>
            </a:srgbClr>
          </a:solidFill>
          <a:ln/>
        </p:spPr>
      </p:sp>
      <p:pic>
        <p:nvPicPr>
          <p:cNvPr id="24" name="Image 0" descr="/home/claude/celest/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2956" y="1828800"/>
            <a:ext cx="1463040" cy="12801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0" y="338328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 seu negócio.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contato@celest.com.br  ·  celest.com.br  ·  @celest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Celest — Todos os direitos reservados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2026-07-30T21:06:11Z</dcterms:created>
  <dcterms:modified xsi:type="dcterms:W3CDTF">2026-07-30T21:06:11Z</dcterms:modified>
</cp:coreProperties>
</file>